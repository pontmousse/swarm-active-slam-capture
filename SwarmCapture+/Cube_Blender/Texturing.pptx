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E73C97-6A61-BF69-30F6-9875FE0F5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BDCF249-08E3-741D-B57B-F8744E7CE4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CE7D88-72EF-573A-4D23-978D12C6A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A39C3-D72E-4A98-938C-79BA0DC93896}" type="datetimeFigureOut">
              <a:rPr lang="fr-FR" smtClean="0"/>
              <a:t>09/06/2023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45B5CD-E5DA-75E7-5091-4F1FE6C97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C970E3-230B-9931-1336-E8871E264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3A905-AC84-44E9-8E68-B89D8EC99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3365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9F5B24-4DC7-AEDE-0E26-FA9B9EABA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7C6E63-4E32-C203-5BF4-3DB9A91D5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37B5F8-DDC0-9E0F-2B08-F189094E2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A39C3-D72E-4A98-938C-79BA0DC93896}" type="datetimeFigureOut">
              <a:rPr lang="fr-FR" smtClean="0"/>
              <a:t>09/06/2023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511098-B003-3146-3697-696C5E5EA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6E8E20-F703-77AE-A798-25E21C69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3A905-AC84-44E9-8E68-B89D8EC99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9824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196464-F0D7-80A2-30C3-1892137B7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48523D-4E65-E56C-8914-B6E7010BD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D5C191-5496-81E3-4B58-811AA25CC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A39C3-D72E-4A98-938C-79BA0DC93896}" type="datetimeFigureOut">
              <a:rPr lang="fr-FR" smtClean="0"/>
              <a:t>09/06/2023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248AD8-0EAA-CAA2-5F9C-0C680CAEC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4C2708-4CA8-AE22-EA1B-6CF274A0F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3A905-AC84-44E9-8E68-B89D8EC99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3255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1DC6C7-0E19-75D6-078C-9774AB652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ADFA03-F57E-4EDA-C590-AB8D8BC2A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472DDEE-C13C-67FC-324D-B9E3BDC19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0A0E04-66B7-9A64-74DA-E944D8260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A39C3-D72E-4A98-938C-79BA0DC93896}" type="datetimeFigureOut">
              <a:rPr lang="fr-FR" smtClean="0"/>
              <a:t>09/06/2023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C63D581-42F8-9360-F831-ED275E16E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F70802F-95DA-CE95-2D5F-F350A1711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3A905-AC84-44E9-8E68-B89D8EC99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8938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88786E-C9CA-55AF-8FCB-5EFA6461C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5BB223-85D2-D302-4344-8A9F3EDDF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A4E608D-1421-2CC0-E53C-BB0ADBA8B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63AB5B5-7413-6458-7803-7DEA7A85B4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8E71AE8-A36D-9AF0-0C41-F037E74980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BAA8A83-C786-3107-1624-1F5C50A97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A39C3-D72E-4A98-938C-79BA0DC93896}" type="datetimeFigureOut">
              <a:rPr lang="fr-FR" smtClean="0"/>
              <a:t>09/06/2023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C004C62-58C2-1345-E003-6DB300CBE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B796557-DFD3-C557-2302-0A2D244F9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3A905-AC84-44E9-8E68-B89D8EC99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4106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21259B-75E6-2E6E-BF31-D424DAE2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F40E4B-E536-E176-D1EC-1D65ADC7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A39C3-D72E-4A98-938C-79BA0DC93896}" type="datetimeFigureOut">
              <a:rPr lang="fr-FR" smtClean="0"/>
              <a:t>09/06/2023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C935358-AEF5-9F66-9EC0-80B103F7D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571327E-EB4F-FD90-8853-796ACA91C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3A905-AC84-44E9-8E68-B89D8EC99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0892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09D0D9F-EC77-7586-DE62-2D4B5905E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A39C3-D72E-4A98-938C-79BA0DC93896}" type="datetimeFigureOut">
              <a:rPr lang="fr-FR" smtClean="0"/>
              <a:t>09/06/2023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544555E-E1B5-DB5D-1E35-142750276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F126461-AE5A-F863-405F-85889B248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3A905-AC84-44E9-8E68-B89D8EC99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465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AFFC82-6DEA-2E72-AF06-F4028E6B1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53BBC2-FBA9-1F47-5687-5281CB90D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FE9425-1765-15ED-1BCB-502B465F8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ADB4CA6-7EE7-A105-D09D-D70647CD6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A39C3-D72E-4A98-938C-79BA0DC93896}" type="datetimeFigureOut">
              <a:rPr lang="fr-FR" smtClean="0"/>
              <a:t>09/06/2023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FA9C208-5893-B1B5-F4F5-6231EA7CB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60068FE-7B0B-3DC2-4B86-79FAE523E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3A905-AC84-44E9-8E68-B89D8EC99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9445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BA9EA1-3DF9-7D3A-700E-2FE806423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893760D-1F0C-F262-D19E-9BFCB21A73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86F8E62-2AA2-33C1-364D-0ECC9A123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ACE46F9-7D01-23D1-3A5D-66BE896B6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A39C3-D72E-4A98-938C-79BA0DC93896}" type="datetimeFigureOut">
              <a:rPr lang="fr-FR" smtClean="0"/>
              <a:t>09/06/2023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71254F4-E48D-2F52-164A-E2B175458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6CE31E7-87F5-91E0-BAC0-83F4DF15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3A905-AC84-44E9-8E68-B89D8EC99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8070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C1EDD0-F488-12B5-33DF-B18C6DC5E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7B4F519-48DC-B517-65CB-49098AA5B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18124A-F800-1310-6670-CD4910727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A39C3-D72E-4A98-938C-79BA0DC93896}" type="datetimeFigureOut">
              <a:rPr lang="fr-FR" smtClean="0"/>
              <a:t>09/06/2023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5ED611-007C-EB13-2D1C-F77FB1140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897F80-7565-D20D-79C1-A8C73431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3A905-AC84-44E9-8E68-B89D8EC99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768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D45A9AC-C171-3924-7021-90A4FCA1A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24BC2A2-5FF5-11E8-1719-D973D05C1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B60181-6CA2-A6C3-F030-80772D42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A39C3-D72E-4A98-938C-79BA0DC93896}" type="datetimeFigureOut">
              <a:rPr lang="fr-FR" smtClean="0"/>
              <a:t>09/06/2023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C360C8-A0F5-EC24-DE0C-758A558C2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14FDA2-AFFA-828E-4443-0C9312776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3A905-AC84-44E9-8E68-B89D8EC99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9118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4ECC5C8-620A-B3F3-6336-7F31CE2EC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1A7AEA-1BD9-D342-D595-B6812D088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039B67-322E-CC7C-6E85-08A6A2A32A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A39C3-D72E-4A98-938C-79BA0DC93896}" type="datetimeFigureOut">
              <a:rPr lang="fr-FR" smtClean="0"/>
              <a:t>09/06/2023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9450EA-DA6E-C379-66C0-F723BAB513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4A1BC5-5F28-82C1-589D-A43312E9C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3A905-AC84-44E9-8E68-B89D8EC999D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7559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544C9AA3-CF36-0EC4-D930-9EB7429D2DB2}"/>
              </a:ext>
            </a:extLst>
          </p:cNvPr>
          <p:cNvGrpSpPr/>
          <p:nvPr/>
        </p:nvGrpSpPr>
        <p:grpSpPr>
          <a:xfrm>
            <a:off x="2667000" y="0"/>
            <a:ext cx="6858000" cy="6858000"/>
            <a:chOff x="2667000" y="0"/>
            <a:chExt cx="6858000" cy="6858000"/>
          </a:xfrm>
        </p:grpSpPr>
        <p:pic>
          <p:nvPicPr>
            <p:cNvPr id="5" name="Image 4" descr="Une image contenant capture d’écran, Graphique&#10;&#10;Description générée automatiquement">
              <a:extLst>
                <a:ext uri="{FF2B5EF4-FFF2-40B4-BE49-F238E27FC236}">
                  <a16:creationId xmlns:a16="http://schemas.microsoft.com/office/drawing/2014/main" id="{C54E263B-8F99-7C6B-B12A-C210BC84A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7000" y="0"/>
              <a:ext cx="6858000" cy="6858000"/>
            </a:xfrm>
            <a:prstGeom prst="rect">
              <a:avLst/>
            </a:prstGeom>
          </p:spPr>
        </p:pic>
        <p:pic>
          <p:nvPicPr>
            <p:cNvPr id="7" name="Image 6" descr="Une image contenant capture d’écran, bleu&#10;&#10;Description générée automatiquement">
              <a:extLst>
                <a:ext uri="{FF2B5EF4-FFF2-40B4-BE49-F238E27FC236}">
                  <a16:creationId xmlns:a16="http://schemas.microsoft.com/office/drawing/2014/main" id="{5E0CF06B-A951-EBB7-48CA-2E295A394B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7000" y="0"/>
              <a:ext cx="6858000" cy="6858000"/>
            </a:xfrm>
            <a:prstGeom prst="rect">
              <a:avLst/>
            </a:prstGeom>
          </p:spPr>
        </p:pic>
        <p:pic>
          <p:nvPicPr>
            <p:cNvPr id="9" name="Image 8" descr="Une image contenant symbole, capture d’écran, Rectangle, ligne&#10;&#10;Description générée automatiquement">
              <a:extLst>
                <a:ext uri="{FF2B5EF4-FFF2-40B4-BE49-F238E27FC236}">
                  <a16:creationId xmlns:a16="http://schemas.microsoft.com/office/drawing/2014/main" id="{C6889B4D-4299-D4EA-0355-BB0EBA3AE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7000" y="0"/>
              <a:ext cx="685800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3598576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El Ghali Asri</dc:creator>
  <cp:lastModifiedBy>El Ghali Asri</cp:lastModifiedBy>
  <cp:revision>1</cp:revision>
  <dcterms:created xsi:type="dcterms:W3CDTF">2023-06-09T20:00:51Z</dcterms:created>
  <dcterms:modified xsi:type="dcterms:W3CDTF">2023-06-09T20:07:37Z</dcterms:modified>
</cp:coreProperties>
</file>